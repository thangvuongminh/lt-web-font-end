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là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API (Application Programming Interface)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nó</a:t>
            </a:r>
            <a:endParaRPr dirty="0"/>
          </a:p>
          <a:p>
            <a:r>
              <a:rPr dirty="0"/>
              <a:t>API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—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code </a:t>
            </a:r>
            <a:r>
              <a:rPr dirty="0" err="1"/>
              <a:t>gọi</a:t>
            </a:r>
            <a:r>
              <a:rPr dirty="0"/>
              <a:t> code</a:t>
            </a:r>
          </a:p>
          <a:p>
            <a:r>
              <a:rPr dirty="0" err="1"/>
              <a:t>Ẩn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: API </a:t>
            </a:r>
            <a:r>
              <a:rPr dirty="0" err="1"/>
              <a:t>giống</a:t>
            </a:r>
            <a:r>
              <a:rPr dirty="0"/>
              <a:t> </a:t>
            </a:r>
            <a:r>
              <a:rPr dirty="0" err="1"/>
              <a:t>như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— </a:t>
            </a:r>
            <a:r>
              <a:rPr dirty="0" err="1"/>
              <a:t>bạn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bếp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, </a:t>
            </a:r>
            <a:r>
              <a:rPr dirty="0" err="1"/>
              <a:t>bạn</a:t>
            </a:r>
            <a:r>
              <a:rPr dirty="0"/>
              <a:t> </a:t>
            </a:r>
            <a:r>
              <a:rPr dirty="0" err="1"/>
              <a:t>gọi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qua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endParaRPr dirty="0"/>
          </a:p>
          <a:p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: Frontend React </a:t>
            </a:r>
            <a:r>
              <a:rPr dirty="0" err="1"/>
              <a:t>gọi</a:t>
            </a:r>
            <a:r>
              <a:rPr dirty="0"/>
              <a:t> API </a:t>
            </a:r>
            <a:r>
              <a:rPr dirty="0" err="1"/>
              <a:t>của</a:t>
            </a:r>
            <a:r>
              <a:rPr dirty="0"/>
              <a:t> Backend Spring Boot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endParaRPr dirty="0"/>
          </a:p>
          <a:p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: Web </a:t>
            </a:r>
            <a:r>
              <a:rPr dirty="0" err="1"/>
              <a:t>bán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gọi</a:t>
            </a:r>
            <a:r>
              <a:rPr dirty="0"/>
              <a:t> API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ngân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Ví dụ — API kết nối Frontend và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Tình</a:t>
            </a:r>
            <a:r>
              <a:rPr dirty="0"/>
              <a:t> </a:t>
            </a:r>
            <a:r>
              <a:rPr dirty="0" err="1"/>
              <a:t>huống</a:t>
            </a:r>
            <a:r>
              <a:rPr dirty="0"/>
              <a:t>: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trang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endParaRPr dirty="0"/>
          </a:p>
          <a:p>
            <a:pPr lvl="1"/>
            <a:r>
              <a:rPr dirty="0" err="1"/>
              <a:t>Bước</a:t>
            </a:r>
            <a:r>
              <a:rPr dirty="0"/>
              <a:t> 1 —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click "Xem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"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duyệt</a:t>
            </a:r>
            <a:endParaRPr dirty="0"/>
          </a:p>
          <a:p>
            <a:pPr lvl="1"/>
            <a:r>
              <a:rPr dirty="0" err="1"/>
              <a:t>Bước</a:t>
            </a:r>
            <a:r>
              <a:rPr dirty="0"/>
              <a:t> 2 — Web UI (React) </a:t>
            </a:r>
            <a:r>
              <a:rPr dirty="0" err="1"/>
              <a:t>gọi</a:t>
            </a:r>
            <a:r>
              <a:rPr dirty="0"/>
              <a:t> API: "Cho </a:t>
            </a:r>
            <a:r>
              <a:rPr dirty="0" err="1"/>
              <a:t>tôi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"</a:t>
            </a:r>
          </a:p>
          <a:p>
            <a:pPr lvl="1"/>
            <a:r>
              <a:rPr dirty="0" err="1"/>
              <a:t>Bước</a:t>
            </a:r>
            <a:r>
              <a:rPr dirty="0"/>
              <a:t> 3 — Backend (Spring Boot)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yêu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,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database</a:t>
            </a:r>
          </a:p>
          <a:p>
            <a:pPr lvl="1"/>
            <a:r>
              <a:rPr dirty="0" err="1"/>
              <a:t>Bước</a:t>
            </a:r>
            <a:r>
              <a:rPr dirty="0"/>
              <a:t> 4 — PostgreSQL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Backend</a:t>
            </a:r>
          </a:p>
          <a:p>
            <a:pPr lvl="1"/>
            <a:r>
              <a:rPr dirty="0" err="1"/>
              <a:t>Bước</a:t>
            </a:r>
            <a:r>
              <a:rPr dirty="0"/>
              <a:t> 5 — Backend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JSON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React</a:t>
            </a:r>
          </a:p>
          <a:p>
            <a:pPr lvl="1"/>
            <a:r>
              <a:rPr dirty="0" err="1"/>
              <a:t>Bước</a:t>
            </a:r>
            <a:r>
              <a:rPr dirty="0"/>
              <a:t> 6 — React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lên</a:t>
            </a:r>
            <a:r>
              <a:rPr dirty="0"/>
              <a:t> </a:t>
            </a:r>
            <a:r>
              <a:rPr dirty="0" err="1"/>
              <a:t>màn</a:t>
            </a:r>
            <a:r>
              <a:rPr dirty="0"/>
              <a:t> </a:t>
            </a:r>
            <a:r>
              <a:rPr dirty="0" err="1"/>
              <a:t>hình</a:t>
            </a:r>
            <a:endParaRPr dirty="0"/>
          </a:p>
          <a:p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: React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biết</a:t>
            </a:r>
            <a:r>
              <a:rPr dirty="0"/>
              <a:t> SQL,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biết</a:t>
            </a:r>
            <a:r>
              <a:rPr dirty="0"/>
              <a:t> database —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gọi</a:t>
            </a:r>
            <a:r>
              <a:rPr dirty="0"/>
              <a:t> API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HTTP —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HTTP (</a:t>
            </a:r>
            <a:r>
              <a:rPr dirty="0" err="1"/>
              <a:t>HyperText</a:t>
            </a:r>
            <a:r>
              <a:rPr dirty="0"/>
              <a:t> Transfer Protocol)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(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truyền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Internet</a:t>
            </a:r>
          </a:p>
          <a:p>
            <a:r>
              <a:rPr dirty="0"/>
              <a:t>HTTP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Request – Response: Client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yêu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, Server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endParaRPr dirty="0"/>
          </a:p>
          <a:p>
            <a:r>
              <a:rPr dirty="0" err="1"/>
              <a:t>Một</a:t>
            </a:r>
            <a:r>
              <a:rPr dirty="0"/>
              <a:t> HTTP Request </a:t>
            </a:r>
            <a:r>
              <a:rPr dirty="0" err="1"/>
              <a:t>gồm</a:t>
            </a:r>
            <a:r>
              <a:rPr dirty="0"/>
              <a:t> 4 </a:t>
            </a:r>
            <a:r>
              <a:rPr dirty="0" err="1"/>
              <a:t>phần</a:t>
            </a:r>
            <a:r>
              <a:rPr dirty="0"/>
              <a:t>: Method (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), URL (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), Headers (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bổ</a:t>
            </a:r>
            <a:r>
              <a:rPr dirty="0"/>
              <a:t> sung), Body (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kèm</a:t>
            </a:r>
            <a:r>
              <a:rPr dirty="0"/>
              <a:t>)</a:t>
            </a:r>
          </a:p>
          <a:p>
            <a:r>
              <a:rPr dirty="0" err="1"/>
              <a:t>Một</a:t>
            </a:r>
            <a:r>
              <a:rPr dirty="0"/>
              <a:t> HTTP Response </a:t>
            </a:r>
            <a:r>
              <a:rPr dirty="0" err="1"/>
              <a:t>gồm</a:t>
            </a:r>
            <a:r>
              <a:rPr dirty="0"/>
              <a:t> 3 </a:t>
            </a:r>
            <a:r>
              <a:rPr dirty="0" err="1"/>
              <a:t>phần</a:t>
            </a:r>
            <a:r>
              <a:rPr dirty="0"/>
              <a:t>: Status Code (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), Headers (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bổ</a:t>
            </a:r>
            <a:r>
              <a:rPr dirty="0"/>
              <a:t> sung), Body (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)</a:t>
            </a:r>
          </a:p>
          <a:p>
            <a:pPr lvl="1"/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URL: https://api.store.com/products</a:t>
            </a:r>
          </a:p>
          <a:p>
            <a:pPr lvl="1"/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Header: Content-Type: application/</a:t>
            </a:r>
            <a:r>
              <a:rPr dirty="0" err="1"/>
              <a:t>json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REQUEST — React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lên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ID = 5:</a:t>
            </a:r>
          </a:p>
          <a:p>
            <a:pPr lvl="1"/>
            <a:r>
              <a:rPr dirty="0"/>
              <a:t>GET /products/5 HTTP/1.1</a:t>
            </a:r>
          </a:p>
          <a:p>
            <a:pPr lvl="1"/>
            <a:r>
              <a:rPr dirty="0"/>
              <a:t>Host: api.store.com</a:t>
            </a:r>
          </a:p>
          <a:p>
            <a:pPr lvl="1"/>
            <a:r>
              <a:rPr dirty="0"/>
              <a:t>Authorization: Bearer abc123token</a:t>
            </a:r>
          </a:p>
          <a:p>
            <a:r>
              <a:rPr dirty="0"/>
              <a:t>RESPONSE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— Backend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:</a:t>
            </a:r>
          </a:p>
          <a:p>
            <a:pPr lvl="1"/>
            <a:r>
              <a:rPr dirty="0"/>
              <a:t>HTTP/1.1 200 OK</a:t>
            </a:r>
          </a:p>
          <a:p>
            <a:pPr lvl="1"/>
            <a:r>
              <a:rPr dirty="0"/>
              <a:t>{"id": 5, "name": "</a:t>
            </a:r>
            <a:r>
              <a:rPr dirty="0" err="1"/>
              <a:t>Áo</a:t>
            </a:r>
            <a:r>
              <a:rPr dirty="0"/>
              <a:t> </a:t>
            </a:r>
            <a:r>
              <a:rPr dirty="0" err="1"/>
              <a:t>thun</a:t>
            </a:r>
            <a:r>
              <a:rPr dirty="0"/>
              <a:t> </a:t>
            </a:r>
            <a:r>
              <a:rPr dirty="0" err="1"/>
              <a:t>trắng</a:t>
            </a:r>
            <a:r>
              <a:rPr dirty="0"/>
              <a:t>", "price": 150000, "stock": 42}</a:t>
            </a:r>
          </a:p>
          <a:p>
            <a:r>
              <a:rPr dirty="0"/>
              <a:t>RESPONSE </a:t>
            </a:r>
            <a:r>
              <a:rPr dirty="0" err="1"/>
              <a:t>thất</a:t>
            </a:r>
            <a:r>
              <a:rPr dirty="0"/>
              <a:t> </a:t>
            </a:r>
            <a:r>
              <a:rPr dirty="0" err="1"/>
              <a:t>bại</a:t>
            </a:r>
            <a:r>
              <a:rPr dirty="0"/>
              <a:t> — Khi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tồn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:</a:t>
            </a:r>
          </a:p>
          <a:p>
            <a:pPr lvl="1"/>
            <a:r>
              <a:rPr dirty="0"/>
              <a:t>HTTP/1.1 404 Not Found</a:t>
            </a:r>
          </a:p>
          <a:p>
            <a:pPr lvl="1"/>
            <a:r>
              <a:rPr dirty="0"/>
              <a:t>{"error": "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ID = 5"}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HTTP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GET = Read: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server,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Body</a:t>
            </a:r>
          </a:p>
          <a:p>
            <a:r>
              <a:rPr dirty="0"/>
              <a:t>POST = Create: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, </a:t>
            </a:r>
            <a:r>
              <a:rPr dirty="0" err="1"/>
              <a:t>có</a:t>
            </a:r>
            <a:r>
              <a:rPr dirty="0"/>
              <a:t> Body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tạo</a:t>
            </a:r>
            <a:endParaRPr dirty="0"/>
          </a:p>
          <a:p>
            <a:r>
              <a:rPr dirty="0"/>
              <a:t>PUT = Update: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, </a:t>
            </a:r>
            <a:r>
              <a:rPr dirty="0" err="1"/>
              <a:t>có</a:t>
            </a:r>
            <a:r>
              <a:rPr dirty="0"/>
              <a:t> Body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mới</a:t>
            </a:r>
            <a:endParaRPr dirty="0"/>
          </a:p>
          <a:p>
            <a:r>
              <a:rPr dirty="0"/>
              <a:t>DELETE = Delete: </a:t>
            </a:r>
            <a:r>
              <a:rPr dirty="0" err="1"/>
              <a:t>Xóa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, </a:t>
            </a:r>
            <a:r>
              <a:rPr dirty="0" err="1"/>
              <a:t>thường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Body</a:t>
            </a:r>
          </a:p>
          <a:p>
            <a:r>
              <a:rPr dirty="0"/>
              <a:t>Quy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: GET </a:t>
            </a:r>
            <a:r>
              <a:rPr dirty="0" err="1"/>
              <a:t>tuyệt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server</a:t>
            </a:r>
          </a:p>
          <a:p>
            <a:r>
              <a:rPr dirty="0"/>
              <a:t>Quy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: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Method,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Ví dụ — CRUD sản phẩm qua HTTP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GET /products →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: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[{"id":1,"name":"Áo"},{"id":2,"name":"Quần"}]</a:t>
            </a:r>
          </a:p>
          <a:p>
            <a:r>
              <a:rPr dirty="0"/>
              <a:t>POST /products + Body {"name":"</a:t>
            </a:r>
            <a:r>
              <a:rPr dirty="0" err="1"/>
              <a:t>Giày</a:t>
            </a:r>
            <a:r>
              <a:rPr dirty="0"/>
              <a:t> sneaker","price":350000,"stock":20} →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: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{"id":3,"name":"Giày sneaker","price":350000,"stock":20}</a:t>
            </a:r>
          </a:p>
          <a:p>
            <a:r>
              <a:rPr dirty="0"/>
              <a:t>PUT /products/3 + Body {"name":"</a:t>
            </a:r>
            <a:r>
              <a:rPr dirty="0" err="1"/>
              <a:t>Giày</a:t>
            </a:r>
            <a:r>
              <a:rPr dirty="0"/>
              <a:t> sneaker","price":380000,"stock":15} →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: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{"id":3,"name":"Giày sneaker","price":380000,"stock":15}</a:t>
            </a:r>
          </a:p>
          <a:p>
            <a:r>
              <a:rPr dirty="0"/>
              <a:t>DELETE /products/3 → </a:t>
            </a:r>
            <a:r>
              <a:rPr dirty="0" err="1"/>
              <a:t>Xóa</a:t>
            </a:r>
            <a:r>
              <a:rPr dirty="0"/>
              <a:t>: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{"message":"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xóa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"}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HTTP Status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Nhóm</a:t>
            </a:r>
            <a:r>
              <a:rPr dirty="0"/>
              <a:t> 2xx — Thành </a:t>
            </a:r>
            <a:r>
              <a:rPr dirty="0" err="1"/>
              <a:t>công</a:t>
            </a:r>
            <a:r>
              <a:rPr dirty="0"/>
              <a:t>: 200 OK (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), 201 Created (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), 204 No Content (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)</a:t>
            </a:r>
          </a:p>
          <a:p>
            <a:r>
              <a:rPr dirty="0" err="1"/>
              <a:t>Nhóm</a:t>
            </a:r>
            <a:r>
              <a:rPr dirty="0"/>
              <a:t> 4xx —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phía</a:t>
            </a:r>
            <a:r>
              <a:rPr dirty="0"/>
              <a:t> Client: 400 Bad Request (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lên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thiếu</a:t>
            </a:r>
            <a:r>
              <a:rPr dirty="0"/>
              <a:t>), 401 Unauthorized (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), 403 Forbidden (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), 404 Not Found (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)</a:t>
            </a:r>
          </a:p>
          <a:p>
            <a:r>
              <a:rPr dirty="0" err="1"/>
              <a:t>Nhóm</a:t>
            </a:r>
            <a:r>
              <a:rPr dirty="0"/>
              <a:t> 5xx —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phía</a:t>
            </a:r>
            <a:r>
              <a:rPr dirty="0"/>
              <a:t> Server: 500 Internal Server Error (server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client)</a:t>
            </a:r>
          </a:p>
          <a:p>
            <a:r>
              <a:rPr dirty="0" err="1"/>
              <a:t>Mẹo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: 4xx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do </a:t>
            </a:r>
            <a:r>
              <a:rPr dirty="0" err="1"/>
              <a:t>mình</a:t>
            </a:r>
            <a:r>
              <a:rPr dirty="0"/>
              <a:t>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, 5xx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do server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hỏng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Ví dụ — Status Codes khi đặt hàng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201 Created —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: POST /orders → {"orderId":1042,"status":"pending","total":530000}</a:t>
            </a:r>
          </a:p>
          <a:p>
            <a:r>
              <a:rPr dirty="0"/>
              <a:t>400 Bad Request —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: POST /orders → {"error":"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: </a:t>
            </a:r>
            <a:r>
              <a:rPr dirty="0" err="1"/>
              <a:t>shippingAddress</a:t>
            </a:r>
            <a:r>
              <a:rPr dirty="0"/>
              <a:t>"}</a:t>
            </a:r>
          </a:p>
          <a:p>
            <a:r>
              <a:rPr dirty="0"/>
              <a:t>401 Unauthorized —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gọi</a:t>
            </a:r>
            <a:r>
              <a:rPr dirty="0"/>
              <a:t> GET /orders/my-orders → {"</a:t>
            </a:r>
            <a:r>
              <a:rPr dirty="0" err="1"/>
              <a:t>error":"Vui</a:t>
            </a:r>
            <a:r>
              <a:rPr dirty="0"/>
              <a:t> </a:t>
            </a:r>
            <a:r>
              <a:rPr dirty="0" err="1"/>
              <a:t>lòng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"}</a:t>
            </a:r>
          </a:p>
          <a:p>
            <a:r>
              <a:rPr dirty="0"/>
              <a:t>403 Forbidden —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khác</a:t>
            </a:r>
            <a:r>
              <a:rPr dirty="0"/>
              <a:t>: GET /orders/1039 → {"error":"</a:t>
            </a:r>
            <a:r>
              <a:rPr dirty="0" err="1"/>
              <a:t>Bạn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này</a:t>
            </a:r>
            <a:r>
              <a:rPr dirty="0"/>
              <a:t>"}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— Định dạng dữ liệu của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JSON (JavaScript Object Notation)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endParaRPr dirty="0"/>
          </a:p>
          <a:p>
            <a:r>
              <a:rPr dirty="0"/>
              <a:t>JSON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phổ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: con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dàng</a:t>
            </a:r>
            <a:r>
              <a:rPr dirty="0"/>
              <a:t>,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,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đều</a:t>
            </a:r>
            <a:r>
              <a:rPr dirty="0"/>
              <a:t>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endParaRPr dirty="0"/>
          </a:p>
          <a:p>
            <a:r>
              <a:rPr dirty="0"/>
              <a:t>Các </a:t>
            </a:r>
            <a:r>
              <a:rPr dirty="0" err="1"/>
              <a:t>kiểu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: String — "name": "Nguyễn Văn A", Number — "price": 150000, Boolean — "</a:t>
            </a:r>
            <a:r>
              <a:rPr dirty="0" err="1"/>
              <a:t>inStock</a:t>
            </a:r>
            <a:r>
              <a:rPr dirty="0"/>
              <a:t>": true, Null — "discount": null, Array — "tags": ["</a:t>
            </a:r>
            <a:r>
              <a:rPr dirty="0" err="1"/>
              <a:t>sale","new</a:t>
            </a:r>
            <a:r>
              <a:rPr dirty="0"/>
              <a:t>"], Object </a:t>
            </a:r>
            <a:r>
              <a:rPr dirty="0" err="1"/>
              <a:t>lồng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— "address": {"city": "Hà </a:t>
            </a:r>
            <a:r>
              <a:rPr dirty="0" err="1"/>
              <a:t>Nội</a:t>
            </a:r>
            <a:r>
              <a:rPr dirty="0"/>
              <a:t>"}</a:t>
            </a:r>
          </a:p>
          <a:p>
            <a:r>
              <a:rPr dirty="0"/>
              <a:t>Quy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cú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: Key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nháy</a:t>
            </a:r>
            <a:r>
              <a:rPr dirty="0"/>
              <a:t> </a:t>
            </a:r>
            <a:r>
              <a:rPr dirty="0" err="1"/>
              <a:t>kép</a:t>
            </a:r>
            <a:r>
              <a:rPr dirty="0"/>
              <a:t>,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cặp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phẩy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</a:t>
            </a:r>
            <a:r>
              <a:rPr dirty="0" err="1"/>
              <a:t>phẩy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—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JSON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giản</a:t>
            </a:r>
            <a:r>
              <a:rPr dirty="0"/>
              <a:t> — 1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: {"id":7,"name":"Áo </a:t>
            </a:r>
            <a:r>
              <a:rPr dirty="0" err="1"/>
              <a:t>khoác</a:t>
            </a:r>
            <a:r>
              <a:rPr dirty="0"/>
              <a:t> xanh","price":420000,"inStock":true}</a:t>
            </a:r>
          </a:p>
          <a:p>
            <a:r>
              <a:rPr dirty="0"/>
              <a:t>JSON </a:t>
            </a:r>
            <a:r>
              <a:rPr dirty="0" err="1"/>
              <a:t>có</a:t>
            </a:r>
            <a:r>
              <a:rPr dirty="0"/>
              <a:t> array —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: [{"id":1,"name":"Áo thun","price":150000},{"id":2,"name":"Quần jeans","price":320000}]</a:t>
            </a:r>
          </a:p>
          <a:p>
            <a:r>
              <a:rPr dirty="0"/>
              <a:t>JSON </a:t>
            </a:r>
            <a:r>
              <a:rPr dirty="0" err="1"/>
              <a:t>lồng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—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: {"orderId":1042,"customer":{"id":88,"name":"Trần Thị B"},"items":[{"productId":1,"quantity":2},{"productId":3,"quantity":1}],"total":720000}</a:t>
            </a:r>
          </a:p>
          <a:p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chú</a:t>
            </a:r>
            <a:r>
              <a:rPr dirty="0"/>
              <a:t>: JSON </a:t>
            </a:r>
            <a:r>
              <a:rPr dirty="0" err="1"/>
              <a:t>lồng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 —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ngay</a:t>
            </a:r>
            <a:r>
              <a:rPr dirty="0"/>
              <a:t>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trong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RESTful API — Bộ quy tắc thiết kế API chuẩn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REST (Representational State Transfer)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API —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thư</a:t>
            </a:r>
            <a:r>
              <a:rPr dirty="0"/>
              <a:t> </a:t>
            </a:r>
            <a:r>
              <a:rPr dirty="0" err="1"/>
              <a:t>viện</a:t>
            </a:r>
            <a:endParaRPr dirty="0"/>
          </a:p>
          <a:p>
            <a:r>
              <a:rPr dirty="0"/>
              <a:t>Nguyên </a:t>
            </a:r>
            <a:r>
              <a:rPr dirty="0" err="1"/>
              <a:t>tắc</a:t>
            </a:r>
            <a:r>
              <a:rPr dirty="0"/>
              <a:t> 1 — Tài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tâm</a:t>
            </a:r>
            <a:r>
              <a:rPr dirty="0"/>
              <a:t>: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(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,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,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),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URL </a:t>
            </a:r>
            <a:r>
              <a:rPr dirty="0" err="1"/>
              <a:t>riêng</a:t>
            </a:r>
            <a:r>
              <a:rPr dirty="0"/>
              <a:t>, URL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— ĐÚNG: /products, SAI: /</a:t>
            </a:r>
            <a:r>
              <a:rPr dirty="0" err="1"/>
              <a:t>getProducts</a:t>
            </a:r>
            <a:endParaRPr dirty="0"/>
          </a:p>
          <a:p>
            <a:r>
              <a:rPr dirty="0"/>
              <a:t>Nguyên </a:t>
            </a:r>
            <a:r>
              <a:rPr dirty="0" err="1"/>
              <a:t>tắc</a:t>
            </a:r>
            <a:r>
              <a:rPr dirty="0"/>
              <a:t> 2 — Method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: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GET/POST/PUT/DELETE,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URL — ĐÚNG: DELETE /products/5, SAI: POST /</a:t>
            </a:r>
            <a:r>
              <a:rPr dirty="0" err="1"/>
              <a:t>deleteProduct</a:t>
            </a:r>
            <a:r>
              <a:rPr dirty="0"/>
              <a:t>/5</a:t>
            </a:r>
          </a:p>
          <a:p>
            <a:r>
              <a:rPr dirty="0"/>
              <a:t>Nguyên </a:t>
            </a:r>
            <a:r>
              <a:rPr dirty="0" err="1"/>
              <a:t>tắc</a:t>
            </a:r>
            <a:r>
              <a:rPr dirty="0"/>
              <a:t> 3 — Stateless: server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request </a:t>
            </a:r>
            <a:r>
              <a:rPr dirty="0" err="1"/>
              <a:t>trước</a:t>
            </a:r>
            <a:r>
              <a:rPr dirty="0"/>
              <a:t>, </a:t>
            </a:r>
            <a:r>
              <a:rPr dirty="0" err="1"/>
              <a:t>mỗi</a:t>
            </a:r>
            <a:r>
              <a:rPr dirty="0"/>
              <a:t> request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cung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(token,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Ví dụ — Bộ endpoint RESTful cho tài nguyên đơn hàng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GET /orders →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tất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  <a:p>
            <a:r>
              <a:rPr dirty="0"/>
              <a:t>GET /orders/1042 → </a:t>
            </a:r>
            <a:r>
              <a:rPr dirty="0" err="1"/>
              <a:t>Lấy</a:t>
            </a:r>
            <a:r>
              <a:rPr dirty="0"/>
              <a:t>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1042</a:t>
            </a:r>
          </a:p>
          <a:p>
            <a:r>
              <a:rPr dirty="0"/>
              <a:t>POST /orders + Body →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mới</a:t>
            </a:r>
            <a:endParaRPr dirty="0"/>
          </a:p>
          <a:p>
            <a:r>
              <a:rPr dirty="0"/>
              <a:t>PUT /orders/1042 + Body →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1042</a:t>
            </a:r>
          </a:p>
          <a:p>
            <a:r>
              <a:rPr dirty="0"/>
              <a:t>DELETE /orders/1042 → </a:t>
            </a:r>
            <a:r>
              <a:rPr dirty="0" err="1"/>
              <a:t>Xóa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1042</a:t>
            </a:r>
          </a:p>
          <a:p>
            <a:r>
              <a:rPr dirty="0"/>
              <a:t>SAI: /</a:t>
            </a:r>
            <a:r>
              <a:rPr dirty="0" err="1"/>
              <a:t>getAllOrders</a:t>
            </a:r>
            <a:r>
              <a:rPr dirty="0"/>
              <a:t> → ĐÚNG: GET /orders</a:t>
            </a:r>
          </a:p>
          <a:p>
            <a:r>
              <a:rPr dirty="0"/>
              <a:t>SAI: /</a:t>
            </a:r>
            <a:r>
              <a:rPr dirty="0" err="1"/>
              <a:t>createOrder</a:t>
            </a:r>
            <a:r>
              <a:rPr dirty="0"/>
              <a:t> → ĐÚNG: POST /orders</a:t>
            </a:r>
          </a:p>
          <a:p>
            <a:r>
              <a:rPr dirty="0"/>
              <a:t>SAI: /</a:t>
            </a:r>
            <a:r>
              <a:rPr dirty="0" err="1"/>
              <a:t>deleteOrder?id</a:t>
            </a:r>
            <a:r>
              <a:rPr dirty="0"/>
              <a:t>=5 → ĐÚNG: DELETE /orders/5</a:t>
            </a:r>
          </a:p>
          <a:p>
            <a:r>
              <a:rPr dirty="0"/>
              <a:t>Tài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lồng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—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1042: GET /orders/1042/items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— Từ click chuột đến dữ liệu hiển thị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 err="1"/>
              <a:t>Bước</a:t>
            </a:r>
            <a:r>
              <a:rPr dirty="0"/>
              <a:t> 1 —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bấm</a:t>
            </a:r>
            <a:r>
              <a:rPr dirty="0"/>
              <a:t> </a:t>
            </a:r>
            <a:r>
              <a:rPr dirty="0" err="1"/>
              <a:t>nút</a:t>
            </a:r>
            <a:r>
              <a:rPr dirty="0"/>
              <a:t> "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"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Web</a:t>
            </a:r>
          </a:p>
          <a:p>
            <a:r>
              <a:rPr dirty="0" err="1"/>
              <a:t>Bước</a:t>
            </a:r>
            <a:r>
              <a:rPr dirty="0"/>
              <a:t> 2 — React </a:t>
            </a:r>
            <a:r>
              <a:rPr dirty="0" err="1"/>
              <a:t>thu</a:t>
            </a:r>
            <a:r>
              <a:rPr dirty="0"/>
              <a:t> </a:t>
            </a:r>
            <a:r>
              <a:rPr dirty="0" err="1"/>
              <a:t>thập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form, </a:t>
            </a:r>
            <a:r>
              <a:rPr dirty="0" err="1"/>
              <a:t>gửi</a:t>
            </a:r>
            <a:r>
              <a:rPr dirty="0"/>
              <a:t> POST /orders </a:t>
            </a:r>
            <a:r>
              <a:rPr dirty="0" err="1"/>
              <a:t>kèm</a:t>
            </a:r>
            <a:r>
              <a:rPr dirty="0"/>
              <a:t> Authorization Header </a:t>
            </a:r>
            <a:r>
              <a:rPr dirty="0" err="1"/>
              <a:t>và</a:t>
            </a:r>
            <a:r>
              <a:rPr dirty="0"/>
              <a:t> Body JSON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  <a:p>
            <a:r>
              <a:rPr dirty="0" err="1"/>
              <a:t>Bước</a:t>
            </a:r>
            <a:r>
              <a:rPr dirty="0"/>
              <a:t> 3 — Spring Boot </a:t>
            </a:r>
            <a:r>
              <a:rPr dirty="0" err="1"/>
              <a:t>nhận</a:t>
            </a:r>
            <a:r>
              <a:rPr dirty="0"/>
              <a:t> request: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token, validate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, </a:t>
            </a:r>
            <a:r>
              <a:rPr dirty="0" err="1"/>
              <a:t>gọi</a:t>
            </a:r>
            <a:r>
              <a:rPr dirty="0"/>
              <a:t> </a:t>
            </a:r>
            <a:r>
              <a:rPr dirty="0" err="1"/>
              <a:t>OrderService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,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PostgreSQL</a:t>
            </a:r>
          </a:p>
          <a:p>
            <a:r>
              <a:rPr dirty="0" err="1"/>
              <a:t>Bước</a:t>
            </a:r>
            <a:r>
              <a:rPr dirty="0"/>
              <a:t> 4 — Spring Boot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201 Created </a:t>
            </a:r>
            <a:r>
              <a:rPr dirty="0" err="1"/>
              <a:t>kèm</a:t>
            </a:r>
            <a:r>
              <a:rPr dirty="0"/>
              <a:t> Body: {"orderId":1043,"status":"pending","total":350000,"message":"Đặt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!"}</a:t>
            </a:r>
          </a:p>
          <a:p>
            <a:r>
              <a:rPr dirty="0" err="1"/>
              <a:t>Bước</a:t>
            </a:r>
            <a:r>
              <a:rPr dirty="0"/>
              <a:t> 5 — React </a:t>
            </a:r>
            <a:r>
              <a:rPr dirty="0" err="1"/>
              <a:t>nhận</a:t>
            </a:r>
            <a:r>
              <a:rPr dirty="0"/>
              <a:t> response,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, </a:t>
            </a:r>
            <a:r>
              <a:rPr dirty="0" err="1"/>
              <a:t>chuyển</a:t>
            </a:r>
            <a:r>
              <a:rPr dirty="0"/>
              <a:t> sang </a:t>
            </a:r>
            <a:r>
              <a:rPr dirty="0" err="1"/>
              <a:t>trang</a:t>
            </a:r>
            <a:r>
              <a:rPr dirty="0"/>
              <a:t> "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tôi</a:t>
            </a:r>
            <a:r>
              <a:rPr dirty="0"/>
              <a:t>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1650</Words>
  <Application>Microsoft Office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API là gì?</vt:lpstr>
      <vt:lpstr>Ví dụ — API kết nối Frontend và Backend</vt:lpstr>
      <vt:lpstr>HTTP — Ngôn ngữ giao tiếp trên Web</vt:lpstr>
      <vt:lpstr>Ví dụ</vt:lpstr>
      <vt:lpstr>HTTP Methods</vt:lpstr>
      <vt:lpstr>Ví dụ — CRUD sản phẩm qua HTTP Methods</vt:lpstr>
      <vt:lpstr>HTTP Status Codes</vt:lpstr>
      <vt:lpstr>Ví dụ — Status Codes khi đặt hàng</vt:lpstr>
      <vt:lpstr>JSON — Định dạng dữ liệu của API</vt:lpstr>
      <vt:lpstr>Ví dụ — JSON</vt:lpstr>
      <vt:lpstr>RESTful API — Bộ quy tắc thiết kế API chuẩn</vt:lpstr>
      <vt:lpstr>Ví dụ — Bộ endpoint RESTful cho tài nguyên đơn hàng</vt:lpstr>
      <vt:lpstr>Tổng kết — Từ click chuột đến dữ liệu hiển thị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Thinh Duc</cp:lastModifiedBy>
  <cp:revision>13</cp:revision>
  <dcterms:created xsi:type="dcterms:W3CDTF">2013-01-27T09:14:16Z</dcterms:created>
  <dcterms:modified xsi:type="dcterms:W3CDTF">2026-03-04T03:15:23Z</dcterms:modified>
  <cp:category/>
</cp:coreProperties>
</file>